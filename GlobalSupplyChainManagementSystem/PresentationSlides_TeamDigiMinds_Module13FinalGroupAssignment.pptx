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80" r:id="rId18"/>
    <p:sldId id="281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FD8F3-C04E-413F-80B2-3189D5A68872}" v="2" dt="2025-12-07T20:07:27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eeta Singh" userId="c839eec5ad1a940e" providerId="LiveId" clId="{F3955668-7D79-4C41-9CA6-FE22B0D88C8A}"/>
    <pc:docChg chg="undo custSel delSld modSld">
      <pc:chgData name="Sangeeta Singh" userId="c839eec5ad1a940e" providerId="LiveId" clId="{F3955668-7D79-4C41-9CA6-FE22B0D88C8A}" dt="2025-12-07T20:07:27.542" v="145"/>
      <pc:docMkLst>
        <pc:docMk/>
      </pc:docMkLst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56"/>
        </pc:sldMkLst>
        <pc:spChg chg="mod">
          <ac:chgData name="Sangeeta Singh" userId="c839eec5ad1a940e" providerId="LiveId" clId="{F3955668-7D79-4C41-9CA6-FE22B0D88C8A}" dt="2025-12-07T20:01:11.510" v="33" actId="403"/>
          <ac:spMkLst>
            <pc:docMk/>
            <pc:sldMk cId="0" sldId="256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57"/>
        </pc:sldMkLst>
        <pc:spChg chg="mod">
          <ac:chgData name="Sangeeta Singh" userId="c839eec5ad1a940e" providerId="LiveId" clId="{F3955668-7D79-4C41-9CA6-FE22B0D88C8A}" dt="2025-12-07T20:01:45.197" v="47" actId="20577"/>
          <ac:spMkLst>
            <pc:docMk/>
            <pc:sldMk cId="0" sldId="257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58"/>
        </pc:sldMkLst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59"/>
        </pc:sldMkLst>
      </pc:sldChg>
      <pc:sldChg chg="addSp delSp modSp mod modTransition">
        <pc:chgData name="Sangeeta Singh" userId="c839eec5ad1a940e" providerId="LiveId" clId="{F3955668-7D79-4C41-9CA6-FE22B0D88C8A}" dt="2025-12-07T20:07:27.542" v="145"/>
        <pc:sldMkLst>
          <pc:docMk/>
          <pc:sldMk cId="0" sldId="260"/>
        </pc:sldMkLst>
        <pc:spChg chg="del">
          <ac:chgData name="Sangeeta Singh" userId="c839eec5ad1a940e" providerId="LiveId" clId="{F3955668-7D79-4C41-9CA6-FE22B0D88C8A}" dt="2025-12-07T20:02:19.486" v="51" actId="478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Sangeeta Singh" userId="c839eec5ad1a940e" providerId="LiveId" clId="{F3955668-7D79-4C41-9CA6-FE22B0D88C8A}" dt="2025-12-07T20:02:28.623" v="52" actId="1076"/>
          <ac:spMkLst>
            <pc:docMk/>
            <pc:sldMk cId="0" sldId="260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61"/>
        </pc:sldMkLst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62"/>
        </pc:sldMkLst>
      </pc:sldChg>
      <pc:sldChg chg="modSp del mod">
        <pc:chgData name="Sangeeta Singh" userId="c839eec5ad1a940e" providerId="LiveId" clId="{F3955668-7D79-4C41-9CA6-FE22B0D88C8A}" dt="2025-12-07T20:03:14.690" v="53" actId="2696"/>
        <pc:sldMkLst>
          <pc:docMk/>
          <pc:sldMk cId="0" sldId="263"/>
        </pc:sldMkLst>
        <pc:spChg chg="mod">
          <ac:chgData name="Sangeeta Singh" userId="c839eec5ad1a940e" providerId="LiveId" clId="{F3955668-7D79-4C41-9CA6-FE22B0D88C8A}" dt="2025-12-07T20:01:02.796" v="3" actId="27636"/>
          <ac:spMkLst>
            <pc:docMk/>
            <pc:sldMk cId="0" sldId="263"/>
            <ac:spMk id="3" creationId="{00000000-0000-0000-0000-000000000000}"/>
          </ac:spMkLst>
        </pc:spChg>
      </pc:sldChg>
      <pc:sldChg chg="delSp modSp mod modTransition">
        <pc:chgData name="Sangeeta Singh" userId="c839eec5ad1a940e" providerId="LiveId" clId="{F3955668-7D79-4C41-9CA6-FE22B0D88C8A}" dt="2025-12-07T20:07:27.542" v="145"/>
        <pc:sldMkLst>
          <pc:docMk/>
          <pc:sldMk cId="0" sldId="264"/>
        </pc:sldMkLst>
        <pc:spChg chg="del">
          <ac:chgData name="Sangeeta Singh" userId="c839eec5ad1a940e" providerId="LiveId" clId="{F3955668-7D79-4C41-9CA6-FE22B0D88C8A}" dt="2025-12-07T20:03:27.277" v="55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ngeeta Singh" userId="c839eec5ad1a940e" providerId="LiveId" clId="{F3955668-7D79-4C41-9CA6-FE22B0D88C8A}" dt="2025-12-07T20:03:40.471" v="72" actId="20577"/>
          <ac:spMkLst>
            <pc:docMk/>
            <pc:sldMk cId="0" sldId="264"/>
            <ac:spMk id="3" creationId="{00000000-0000-0000-0000-000000000000}"/>
          </ac:spMkLst>
        </pc:spChg>
        <pc:spChg chg="del">
          <ac:chgData name="Sangeeta Singh" userId="c839eec5ad1a940e" providerId="LiveId" clId="{F3955668-7D79-4C41-9CA6-FE22B0D88C8A}" dt="2025-12-07T20:03:50.248" v="73" actId="478"/>
          <ac:spMkLst>
            <pc:docMk/>
            <pc:sldMk cId="0" sldId="264"/>
            <ac:spMk id="5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65"/>
        </pc:sldMkLst>
      </pc:sldChg>
      <pc:sldChg chg="modSp del mod">
        <pc:chgData name="Sangeeta Singh" userId="c839eec5ad1a940e" providerId="LiveId" clId="{F3955668-7D79-4C41-9CA6-FE22B0D88C8A}" dt="2025-12-07T20:04:03.582" v="74" actId="2696"/>
        <pc:sldMkLst>
          <pc:docMk/>
          <pc:sldMk cId="0" sldId="266"/>
        </pc:sldMkLst>
        <pc:spChg chg="mod">
          <ac:chgData name="Sangeeta Singh" userId="c839eec5ad1a940e" providerId="LiveId" clId="{F3955668-7D79-4C41-9CA6-FE22B0D88C8A}" dt="2025-12-07T20:01:02.814" v="4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Sangeeta Singh" userId="c839eec5ad1a940e" providerId="LiveId" clId="{F3955668-7D79-4C41-9CA6-FE22B0D88C8A}" dt="2025-12-07T20:04:08.906" v="75" actId="2696"/>
        <pc:sldMkLst>
          <pc:docMk/>
          <pc:sldMk cId="0" sldId="267"/>
        </pc:sldMkLst>
        <pc:spChg chg="mod">
          <ac:chgData name="Sangeeta Singh" userId="c839eec5ad1a940e" providerId="LiveId" clId="{F3955668-7D79-4C41-9CA6-FE22B0D88C8A}" dt="2025-12-07T20:01:02.828" v="5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Sangeeta Singh" userId="c839eec5ad1a940e" providerId="LiveId" clId="{F3955668-7D79-4C41-9CA6-FE22B0D88C8A}" dt="2025-12-07T20:04:12.745" v="76" actId="2696"/>
        <pc:sldMkLst>
          <pc:docMk/>
          <pc:sldMk cId="0" sldId="268"/>
        </pc:sldMkLst>
        <pc:spChg chg="mod">
          <ac:chgData name="Sangeeta Singh" userId="c839eec5ad1a940e" providerId="LiveId" clId="{F3955668-7D79-4C41-9CA6-FE22B0D88C8A}" dt="2025-12-07T20:01:02.843" v="6" actId="27636"/>
          <ac:spMkLst>
            <pc:docMk/>
            <pc:sldMk cId="0" sldId="268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69"/>
        </pc:sldMkLst>
      </pc:sldChg>
      <pc:sldChg chg="modSp del mod">
        <pc:chgData name="Sangeeta Singh" userId="c839eec5ad1a940e" providerId="LiveId" clId="{F3955668-7D79-4C41-9CA6-FE22B0D88C8A}" dt="2025-12-07T20:04:48.038" v="77" actId="2696"/>
        <pc:sldMkLst>
          <pc:docMk/>
          <pc:sldMk cId="0" sldId="270"/>
        </pc:sldMkLst>
        <pc:spChg chg="mod">
          <ac:chgData name="Sangeeta Singh" userId="c839eec5ad1a940e" providerId="LiveId" clId="{F3955668-7D79-4C41-9CA6-FE22B0D88C8A}" dt="2025-12-07T20:01:02.859" v="7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71"/>
        </pc:sldMkLst>
        <pc:spChg chg="mod">
          <ac:chgData name="Sangeeta Singh" userId="c839eec5ad1a940e" providerId="LiveId" clId="{F3955668-7D79-4C41-9CA6-FE22B0D88C8A}" dt="2025-12-07T20:05:10.652" v="95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72"/>
        </pc:sldMkLst>
        <pc:spChg chg="mod">
          <ac:chgData name="Sangeeta Singh" userId="c839eec5ad1a940e" providerId="LiveId" clId="{F3955668-7D79-4C41-9CA6-FE22B0D88C8A}" dt="2025-12-07T20:05:47.375" v="122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73"/>
        </pc:sldMkLst>
        <pc:spChg chg="mod">
          <ac:chgData name="Sangeeta Singh" userId="c839eec5ad1a940e" providerId="LiveId" clId="{F3955668-7D79-4C41-9CA6-FE22B0D88C8A}" dt="2025-12-07T20:06:17.396" v="13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74"/>
        </pc:sldMkLst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75"/>
        </pc:sldMkLst>
        <pc:spChg chg="mod">
          <ac:chgData name="Sangeeta Singh" userId="c839eec5ad1a940e" providerId="LiveId" clId="{F3955668-7D79-4C41-9CA6-FE22B0D88C8A}" dt="2025-12-07T20:06:42.464" v="141" actId="5793"/>
          <ac:spMkLst>
            <pc:docMk/>
            <pc:sldMk cId="0" sldId="275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76"/>
        </pc:sldMkLst>
      </pc:sldChg>
      <pc:sldChg chg="modSp del mod">
        <pc:chgData name="Sangeeta Singh" userId="c839eec5ad1a940e" providerId="LiveId" clId="{F3955668-7D79-4C41-9CA6-FE22B0D88C8A}" dt="2025-12-07T20:06:54.334" v="142" actId="2696"/>
        <pc:sldMkLst>
          <pc:docMk/>
          <pc:sldMk cId="0" sldId="277"/>
        </pc:sldMkLst>
        <pc:spChg chg="mod">
          <ac:chgData name="Sangeeta Singh" userId="c839eec5ad1a940e" providerId="LiveId" clId="{F3955668-7D79-4C41-9CA6-FE22B0D88C8A}" dt="2025-12-07T20:01:02.941" v="11" actId="27636"/>
          <ac:spMkLst>
            <pc:docMk/>
            <pc:sldMk cId="0" sldId="277"/>
            <ac:spMk id="3" creationId="{00000000-0000-0000-0000-000000000000}"/>
          </ac:spMkLst>
        </pc:spChg>
      </pc:sldChg>
      <pc:sldChg chg="modSp del mod">
        <pc:chgData name="Sangeeta Singh" userId="c839eec5ad1a940e" providerId="LiveId" clId="{F3955668-7D79-4C41-9CA6-FE22B0D88C8A}" dt="2025-12-07T20:07:01.455" v="143" actId="2696"/>
        <pc:sldMkLst>
          <pc:docMk/>
          <pc:sldMk cId="0" sldId="278"/>
        </pc:sldMkLst>
        <pc:spChg chg="mod">
          <ac:chgData name="Sangeeta Singh" userId="c839eec5ad1a940e" providerId="LiveId" clId="{F3955668-7D79-4C41-9CA6-FE22B0D88C8A}" dt="2025-12-07T20:01:02.958" v="12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 del mod">
        <pc:chgData name="Sangeeta Singh" userId="c839eec5ad1a940e" providerId="LiveId" clId="{F3955668-7D79-4C41-9CA6-FE22B0D88C8A}" dt="2025-12-07T20:07:04.850" v="144" actId="2696"/>
        <pc:sldMkLst>
          <pc:docMk/>
          <pc:sldMk cId="0" sldId="279"/>
        </pc:sldMkLst>
        <pc:spChg chg="mod">
          <ac:chgData name="Sangeeta Singh" userId="c839eec5ad1a940e" providerId="LiveId" clId="{F3955668-7D79-4C41-9CA6-FE22B0D88C8A}" dt="2025-12-07T20:01:02.974" v="13" actId="27636"/>
          <ac:spMkLst>
            <pc:docMk/>
            <pc:sldMk cId="0" sldId="279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80"/>
        </pc:sldMkLst>
        <pc:spChg chg="mod">
          <ac:chgData name="Sangeeta Singh" userId="c839eec5ad1a940e" providerId="LiveId" clId="{F3955668-7D79-4C41-9CA6-FE22B0D88C8A}" dt="2025-12-07T20:01:02.986" v="14" actId="27636"/>
          <ac:spMkLst>
            <pc:docMk/>
            <pc:sldMk cId="0" sldId="280"/>
            <ac:spMk id="3" creationId="{00000000-0000-0000-0000-000000000000}"/>
          </ac:spMkLst>
        </pc:spChg>
      </pc:sldChg>
      <pc:sldChg chg="modSp mod modTransition">
        <pc:chgData name="Sangeeta Singh" userId="c839eec5ad1a940e" providerId="LiveId" clId="{F3955668-7D79-4C41-9CA6-FE22B0D88C8A}" dt="2025-12-07T20:07:27.542" v="145"/>
        <pc:sldMkLst>
          <pc:docMk/>
          <pc:sldMk cId="0" sldId="281"/>
        </pc:sldMkLst>
        <pc:spChg chg="mod">
          <ac:chgData name="Sangeeta Singh" userId="c839eec5ad1a940e" providerId="LiveId" clId="{F3955668-7D79-4C41-9CA6-FE22B0D88C8A}" dt="2025-12-07T20:01:02.991" v="15" actId="27636"/>
          <ac:spMkLst>
            <pc:docMk/>
            <pc:sldMk cId="0" sldId="281"/>
            <ac:spMk id="3" creationId="{00000000-0000-0000-0000-000000000000}"/>
          </ac:spMkLst>
        </pc:spChg>
      </pc:sldChg>
      <pc:sldChg chg="modTransition">
        <pc:chgData name="Sangeeta Singh" userId="c839eec5ad1a940e" providerId="LiveId" clId="{F3955668-7D79-4C41-9CA6-FE22B0D88C8A}" dt="2025-12-07T20:07:27.542" v="145"/>
        <pc:sldMkLst>
          <pc:docMk/>
          <pc:sldMk cId="0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Global Supply Chain Management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rPr dirty="0"/>
              <a:t>A System for Companies to Work Together</a:t>
            </a:r>
          </a:p>
          <a:p>
            <a:r>
              <a:rPr lang="en-US" sz="1400" dirty="0"/>
              <a:t>Team: </a:t>
            </a:r>
            <a:r>
              <a:rPr lang="en-US" sz="1400" dirty="0" err="1"/>
              <a:t>DigiMinds</a:t>
            </a:r>
            <a:endParaRPr lang="en-US" sz="1400" dirty="0"/>
          </a:p>
          <a:p>
            <a:r>
              <a:rPr lang="en-US" sz="1400" dirty="0"/>
              <a:t>Members:</a:t>
            </a:r>
          </a:p>
          <a:p>
            <a:r>
              <a:rPr lang="en-US" sz="1400" i="1" dirty="0"/>
              <a:t>Sangeeta Singh (NUID: 002082071)</a:t>
            </a:r>
            <a:br>
              <a:rPr lang="en-US" sz="1400" i="1" dirty="0"/>
            </a:br>
            <a:r>
              <a:rPr lang="en-US" sz="1400" i="1" dirty="0"/>
              <a:t>Jamie Gist (NUID: 003182426)</a:t>
            </a:r>
            <a:br>
              <a:rPr lang="en-US" sz="1400" i="1" dirty="0"/>
            </a:br>
            <a:r>
              <a:rPr lang="en-US" sz="1400" i="1" dirty="0" err="1"/>
              <a:t>Jafaeth</a:t>
            </a:r>
            <a:r>
              <a:rPr lang="en-US" sz="1400" i="1" dirty="0"/>
              <a:t> Gomez (NUID: 003189253)</a:t>
            </a:r>
            <a:endParaRPr sz="14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Modern supply chains involve many companies: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Products are made in factories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Stored in warehouses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Sold in stores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Current Problems: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Companies use different computer systems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Hard to see where orders are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Slow communication between companies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Mistakes happen because of poor coordination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One system where all companies can: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See what's happening in real-time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Send messages to each other easily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Track orders from start to finish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Work together more efficiently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Result: Faster, cheaper, and more reliable supply chain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Three Types of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Manufacturing Companies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Make products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Check quality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Order materials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Logistics Companies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Store products in warehouses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Ship products to customers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Track deliveries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Retail Companies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Sell products to customers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Manage inventory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Track sales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System Administrators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Set up companies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Create user accounts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View reports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3143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System Architecture</a:t>
            </a:r>
          </a:p>
        </p:txBody>
      </p:sp>
      <p:pic>
        <p:nvPicPr>
          <p:cNvPr id="4" name="Picture 3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The system is organized in layers:</a:t>
            </a:r>
          </a:p>
          <a:p>
            <a:r>
              <a:t>User Interface → Business Logic → Data Storage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🔐 Secure login system - passwords are encrypted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🏢 Company and department management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📋 Work request system - send requests between departments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🌐 Cross-company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📦 Order tracking from start to finish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📊 Reports and statistics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🤖 Automatic test data generation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How the System is Organized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Like a tree structure: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EcoSystem (Top Level)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└── Networks (Groups of Companies)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    └── Enterprises (Individual Companies)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        └── Organizations (Departments)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              └── Employees and Work Requests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Each level manages the level below it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998" y="230906"/>
            <a:ext cx="53160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dirty="0"/>
              <a:t>System Design - Class </a:t>
            </a:r>
            <a:r>
              <a:rPr lang="en-US" dirty="0"/>
              <a:t>Diagram</a:t>
            </a:r>
            <a:endParaRPr dirty="0"/>
          </a:p>
        </p:txBody>
      </p:sp>
      <p:pic>
        <p:nvPicPr>
          <p:cNvPr id="4" name="Picture 3" descr="um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Who Uses This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Production Managers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See production orders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Manage manufacturing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Quality Inspectors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Check product quality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Approve products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Warehouse Managers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Manage inventory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Handle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Shipping Coordinators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Coordinate deliveries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Track shipments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Sales Representatives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Create sales orders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Track customer orders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System Administrators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Manage the system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View reports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Java Programming Language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Works on Windows, Mac, Linux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Java Swing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Creates windows and forms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DB4O Database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Stores all information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BCrypt</a:t>
            </a:r>
            <a:r>
              <a:rPr dirty="0"/>
              <a:t> Security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Encrypts passwords securely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Maven Build Tool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Organizes code automatically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 err="1"/>
              <a:t>JavaFaker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 dirty="0"/>
              <a:t>• Creates test data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Each Company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62500" lnSpcReduction="20000"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Manufacturing Company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Makes the products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Ensures quality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Without it: No products to sell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Logistics Company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Stores and ships products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Gets products to customers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Without it: Products can't reach customers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Retail Company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Sells to customers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Knows what customers want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Without it: No connection to market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Working Together Creates More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0000" lnSpcReduction="20000"/>
          </a:bodyPr>
          <a:lstStyle/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The whole is greater than the sum of parts: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Manufacturing + Logistics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  → Products are made AND delivered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  → Result: Products available where needed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Logistics + Retail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  → Inventory matches customer demand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  → Result: No stockouts or overstock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All Three Together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  → Real-time coordination</a:t>
            </a:r>
            <a:endParaRPr lang="en-US" dirty="0"/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 → Result: Efficient, cost-effective, happy customers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55000" lnSpcReduction="20000"/>
          </a:bodyPr>
          <a:lstStyle/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Keeping the system safe: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Password Protection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Passwords are encrypted (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Strong password requirements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Cannot be easily stolen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User Authentication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Each user must log in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Each user has specific permissions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Only see what they need to see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Input Validation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All user input is checked</a:t>
            </a:r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	</a:t>
            </a:r>
            <a:r>
              <a:rPr dirty="0"/>
              <a:t>• Prevents errors and security issues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Reporting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System administrators can view: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📊 How many companies are in the system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👥 How many employees and users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📋 How many work requests by type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✅ Status of all requests (pending, completed, etc.)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📈 Performance metrics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This helps understand how the system is being used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Test Data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The system can automatically create sample data: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🏢 Sample companies (Manufacturing, Logistics, Retail)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🏬 Sample departments within each company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👤 Sample employees with realistic names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🔐 Sample user accounts for testing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📦 Sample work requests and orders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spcAft>
                <a:spcPts val="1200"/>
              </a:spcAft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This allows testing without entering everything manually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Benefits of This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For Companies: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Faster order processing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Better visibility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Fewer mistakes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Lower costs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For Employees: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Easier to do their job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Clear communication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Less confusion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For Customers: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Faster delivery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Better quality products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More reliable service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Overall Result: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More efficient supply chain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Better coordination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t>• Higher satisfaction</a:t>
            </a: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What makes this project special: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Multiple companies can work together in one system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Real-time communication and tracking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Secure and reliable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Easy to use for all types of employees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Works on different computer systems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🌟 Complete solution with documentation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Demonstrates how technology can help companies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work together better</a:t>
            </a: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This system successfully solves the problem: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Creates one system for all companies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Enables real-time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Tracks orders from start to finish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✓ Makes the supply chain faster and more efficient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Key Message: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When companies work together through this system,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they create more value than working alone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Result: Better for companies, employees, and customers</a:t>
            </a: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0404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922</Words>
  <Application>Microsoft Office PowerPoint</Application>
  <PresentationFormat>On-screen Show (4:3)</PresentationFormat>
  <Paragraphs>218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Global Supply Chain Management Platform</vt:lpstr>
      <vt:lpstr>The Problem We Are Solving</vt:lpstr>
      <vt:lpstr>Our Solution</vt:lpstr>
      <vt:lpstr>Three Types of Companies</vt:lpstr>
      <vt:lpstr>PowerPoint Presentation</vt:lpstr>
      <vt:lpstr>Key Features</vt:lpstr>
      <vt:lpstr>How the System is Organized</vt:lpstr>
      <vt:lpstr>PowerPoint Presentation</vt:lpstr>
      <vt:lpstr>Who Uses This System?</vt:lpstr>
      <vt:lpstr>Technology Used</vt:lpstr>
      <vt:lpstr>Why Each Company is Important</vt:lpstr>
      <vt:lpstr>Working Together Creates More Value</vt:lpstr>
      <vt:lpstr>Security Features</vt:lpstr>
      <vt:lpstr>Reporting and Analytics</vt:lpstr>
      <vt:lpstr>Test Data Generation</vt:lpstr>
      <vt:lpstr>Benefits of This System</vt:lpstr>
      <vt:lpstr>Key Achievements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Sangeeta Singh</cp:lastModifiedBy>
  <cp:revision>1</cp:revision>
  <dcterms:created xsi:type="dcterms:W3CDTF">2013-01-27T09:14:16Z</dcterms:created>
  <dcterms:modified xsi:type="dcterms:W3CDTF">2025-12-07T20:07:29Z</dcterms:modified>
  <cp:category/>
</cp:coreProperties>
</file>